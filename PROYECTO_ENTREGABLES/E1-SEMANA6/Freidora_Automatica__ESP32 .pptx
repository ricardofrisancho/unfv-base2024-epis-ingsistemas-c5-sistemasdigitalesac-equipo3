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20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91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943600" y="274320"/>
            <a:ext cx="2926080" cy="2926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FREIDORA AUTOMÁTICA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PAPAS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11480" y="2377440"/>
            <a:ext cx="8412480" cy="1623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800" i="1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</a:t>
            </a:r>
            <a:r>
              <a:rPr lang="en-US" sz="18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ESP32</a:t>
            </a:r>
          </a:p>
          <a:p>
            <a:pPr marL="0" indent="0">
              <a:buNone/>
            </a:pPr>
            <a:endParaRPr lang="en-US" sz="1800" i="1" dirty="0">
              <a:solidFill>
                <a:srgbClr val="A0B4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Integrantes </a:t>
            </a:r>
            <a:r>
              <a:rPr lang="en-US" i="1" dirty="0" err="1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Equipo</a:t>
            </a:r>
            <a:r>
              <a:rPr lang="en-US" i="1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 3</a:t>
            </a:r>
          </a:p>
          <a:p>
            <a:r>
              <a:rPr lang="es-MX" i="1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Benites Meza, Marco Fabricio</a:t>
            </a:r>
          </a:p>
          <a:p>
            <a:r>
              <a:rPr lang="es-MX" i="1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Mendoza Ccanto, Bryan William</a:t>
            </a:r>
          </a:p>
          <a:p>
            <a:pPr indent="0">
              <a:buNone/>
            </a:pPr>
            <a:r>
              <a:rPr lang="en-US" i="1" dirty="0" err="1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Frisancho</a:t>
            </a:r>
            <a:r>
              <a:rPr lang="en-US" i="1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Santillán</a:t>
            </a:r>
            <a:r>
              <a:rPr lang="en-US" i="1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, José Ricardo </a:t>
            </a:r>
          </a:p>
        </p:txBody>
      </p:sp>
      <p:sp>
        <p:nvSpPr>
          <p:cNvPr id="9" name="Text 5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Benites Meza  •  José Limachi Sarmiento  •  Renzo Yaranga Rojas  •  Cristian De la Cruz Nateros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Mayor de San Marcos  |  Facultad de Ingeniería de Sistemas e Informática</a:t>
            </a:r>
            <a:endParaRPr lang="en-US" sz="10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BDE2472-6C1A-6504-181C-F46F7B750C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168" t="44261" b="2185"/>
          <a:stretch/>
        </p:blipFill>
        <p:spPr>
          <a:xfrm>
            <a:off x="5384799" y="1983619"/>
            <a:ext cx="3299129" cy="2016881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preparación tradicional de papas depende de la supervisión manual, generando inconsistencias en calidad, desperdicio y riesgos operativos en pequeños negocios gastronómicos.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64008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677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2057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 de temperatura afectan textura y cocción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3246120" y="1920240"/>
            <a:ext cx="64008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2677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2057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sobrecocción o cocción incompleta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9202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6172200" y="1920240"/>
            <a:ext cx="64008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226771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0568" y="2057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Desperdicio de aceite por mal control térmico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0040" y="33375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320040" y="3337560"/>
            <a:ext cx="64008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68503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8408" y="3474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constante de un operador humano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46120" y="33375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7"/>
          <p:cNvSpPr/>
          <p:nvPr/>
        </p:nvSpPr>
        <p:spPr>
          <a:xfrm>
            <a:off x="3246120" y="3337560"/>
            <a:ext cx="64008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685032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04488" y="3474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 accidentes por sobrecalentamiento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172200" y="33375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0"/>
          <p:cNvSpPr/>
          <p:nvPr/>
        </p:nvSpPr>
        <p:spPr>
          <a:xfrm>
            <a:off x="6172200" y="3337560"/>
            <a:ext cx="64008" cy="1188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685032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30568" y="3474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estandarización en la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43456"/>
          </a:solidFill>
          <a:ln w="12700">
            <a:solidFill>
              <a:srgbClr val="2434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2514600" y="1481328"/>
            <a:ext cx="1965960" cy="2606040"/>
          </a:xfrm>
          <a:prstGeom prst="rect">
            <a:avLst/>
          </a:prstGeom>
          <a:solidFill>
            <a:srgbClr val="243456"/>
          </a:solidFill>
          <a:ln w="12700">
            <a:solidFill>
              <a:srgbClr val="2D40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035808" y="1664208"/>
            <a:ext cx="914400" cy="914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80136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14600" y="3063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alimentario que busca automatizar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481328"/>
            <a:ext cx="1965960" cy="2606040"/>
          </a:xfrm>
          <a:prstGeom prst="rect">
            <a:avLst/>
          </a:prstGeom>
          <a:solidFill>
            <a:srgbClr val="243456"/>
          </a:solidFill>
          <a:ln w="12700">
            <a:solidFill>
              <a:srgbClr val="2D406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5184648" y="1664208"/>
            <a:ext cx="914400" cy="9144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80136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63440" y="30632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buscan estandarizar sus procesos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0040" y="4279392"/>
            <a:ext cx="8503920" cy="6858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2"/>
          <p:cNvSpPr/>
          <p:nvPr/>
        </p:nvSpPr>
        <p:spPr>
          <a:xfrm>
            <a:off x="457200" y="43251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Mayor calidad del producto     ✓  Incremento de productividad     ✓  Reducción de costos     ✓  Mayor seguridad operativa</a:t>
            </a:r>
            <a:endParaRPr lang="en-US" sz="11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247A01A-F2EB-12B4-08F0-397BEF3917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235"/>
          <a:stretch/>
        </p:blipFill>
        <p:spPr>
          <a:xfrm>
            <a:off x="1120503" y="1344819"/>
            <a:ext cx="6720114" cy="2825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91440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una freidora automática de papas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fritas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basada en ESP32 que automatice el control del proceso de fritura mediante sensores y actuadores, optimizando calidad, seguridad y eficiencia.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79806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261518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temperatura del aceite con sensores electrónicos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254203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7980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261518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calentamiento automatizado mediante relés y actuadores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72200" y="254203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7980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261518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Servomotores para automatizar movimiento y extracción de picarones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373075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98678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968" y="380390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tiempo real mediante pantalla OLED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46120" y="373075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986784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13048" y="380390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sonoras con buzzer para indicar estados del sistema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172200" y="3730752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98678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39128" y="380390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 con integración IoT e Inteligencia Artificial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SELECCIONADA: ESP32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ESP32?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1848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y Bluetooth integrado para conectividad IoT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231136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2257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27685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capacidad de procesamiento vs Arduino Uno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889504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8094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93522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entradas/salidas digitales y analógicas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3547872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3931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59359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consumo energético e ideal para tiempo real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20040" y="4206240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9768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25196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Arduino IDE y bajo costo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2120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vs Raspberry Pi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554480"/>
          <a:ext cx="3657600" cy="29443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energético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Medio-Alto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arranque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Inmediato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lento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integrado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tiempo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Óptimo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óptimo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INDICADORES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96596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20040" y="2395728"/>
            <a:ext cx="1965960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±2°C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9842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15568"/>
            <a:ext cx="196596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468880" y="2395728"/>
            <a:ext cx="1965960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468880" y="11155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9842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tiempo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fritura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15568"/>
            <a:ext cx="196596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617720" y="2395728"/>
            <a:ext cx="1965960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617720" y="11155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19842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15568"/>
            <a:ext cx="196596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766560" y="2395728"/>
            <a:ext cx="1965960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766560" y="111556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66560" y="198424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Métricas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99232"/>
          <a:ext cx="850392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 de temperatura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Variación respecto a temperatura objetivo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 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promedio de fritura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requerido por lote de picarones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de aceite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de aceite desperdiciado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Minimizar pérdidas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automatización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Intervención humana requerida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supervisión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 térmica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Variación durante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constante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78992"/>
            <a:ext cx="2194560" cy="3246120"/>
          </a:xfrm>
          <a:prstGeom prst="rect">
            <a:avLst/>
          </a:prstGeom>
          <a:solidFill>
            <a:srgbClr val="EBF5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8288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/ ENTRADA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Temperatura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44218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/ NTC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74320" y="2130552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Nivel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411730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(ultrasonido)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752344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74320" y="2798064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Tiempo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079242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Temporizador interno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74320" y="3465576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746754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/ Potenciómetro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1A2B4A"/>
          </a:solidFill>
          <a:ln w="25400">
            <a:solidFill>
              <a:srgbClr val="E87722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246120" y="1417320"/>
            <a:ext cx="2651760" cy="1097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24612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46120" y="24505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26700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240 MHz  •  WiFi  •  BT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/ ADC / PWM / I²C / SPI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46120" y="3593592"/>
            <a:ext cx="2651760" cy="1097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766560" y="1078992"/>
            <a:ext cx="2194560" cy="3246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76656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ACTUADORES / SALIDA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58000" y="1417320"/>
            <a:ext cx="201168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858000" y="1463040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Relé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1744218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calefactor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58000" y="2084832"/>
            <a:ext cx="201168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858000" y="2130552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 x2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411730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Mov. y extracción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0" y="2752344"/>
            <a:ext cx="201168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858000" y="2798064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OLED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079242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real-time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3419856"/>
            <a:ext cx="201168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858000" y="3465576"/>
            <a:ext cx="201168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746754"/>
            <a:ext cx="2011680" cy="249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sonoras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46120" y="3858768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3968496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3703320" y="39319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IoT / IA (futuro)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703320" y="4169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remoto y análisis de datos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2304288" y="2103120"/>
            <a:ext cx="9326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2"/>
          <p:cNvSpPr/>
          <p:nvPr/>
        </p:nvSpPr>
        <p:spPr>
          <a:xfrm>
            <a:off x="3118104" y="20116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897880" y="2103120"/>
            <a:ext cx="95097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4"/>
          <p:cNvSpPr/>
          <p:nvPr/>
        </p:nvSpPr>
        <p:spPr>
          <a:xfrm>
            <a:off x="6729984" y="20116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4572000" y="3703320"/>
            <a:ext cx="0" cy="14630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6"/>
          <p:cNvSpPr/>
          <p:nvPr/>
        </p:nvSpPr>
        <p:spPr>
          <a:xfrm>
            <a:off x="4489704" y="3712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3291840" y="1115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PID / Lógica de decisión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29200" y="457200"/>
            <a:ext cx="384048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365760" y="640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Freidora Automática de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Papas  con ESP32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MOMENTO </a:t>
            </a:r>
            <a:r>
              <a:rPr lang="en-US" sz="1300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</a:t>
            </a: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solución innovadora que combina automatización, IoT y control embebido para mejorar la calidad, seguridad y productividad en la preparación de picarones, beneficiando a emprendedores y negocios gastronómicos.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931920"/>
            <a:ext cx="8412480" cy="18288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Mayor de San Marcos  •  Ingeniería de Software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564</Words>
  <Application>Microsoft Office PowerPoint</Application>
  <PresentationFormat>Presentación en pantalla (16:9)</PresentationFormat>
  <Paragraphs>139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Freidora Automática de Picarones - ESP32</dc:title>
  <dc:subject>PptxGenJS Presentation</dc:subject>
  <dc:creator>PptxGenJS</dc:creator>
  <cp:lastModifiedBy>Bryan Mendoza Ccanto</cp:lastModifiedBy>
  <cp:revision>3</cp:revision>
  <dcterms:created xsi:type="dcterms:W3CDTF">2026-05-13T15:42:49Z</dcterms:created>
  <dcterms:modified xsi:type="dcterms:W3CDTF">2026-05-13T17:02:09Z</dcterms:modified>
</cp:coreProperties>
</file>